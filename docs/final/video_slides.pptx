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Result. Week 1: private rank 3 of 54, D2 0.13864. Week 2: the same engine, adapted to a market with two years of data. [add private result]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numbers: motor frequency +34% and cost -42%; 76% of the test book is new business; no history before 2023. The new market is the old market times stable peril multipliers: we measured that, we did not assume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Developed model on shared variables, add last-year claim history, blend three tree models, a direct Tweedie GBM and six nets, take the level from the emerging book with counts and winsorised severity per peril, credibility-weighted, no closing to the training total, then a gender factor. The emerging data decides how much, the developed data decides who.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Both-direction validation, forward and reverse, because with two years a single split mistakes noise for signal. More than thirty ideas were rejected because they helped in one direction only. A simulation of the level method with a known truth and a ceiling analysis bound what more tuning could give. Part 1 shake-up: public and private agree overall (0.997) but not inside the top group (0.20): we select by local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 did EDA, code with tests (125), experiments; helper sessions ran refits in parallel; a blind second agent compared the markets from raw tables and found two things we missed. Every number traces to a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card, monitoring triggers, leak alarm, the buildings level as the main stated risk (+-20% is about +-0.01 D2), gender rating flagged for regulatory review. Written premiums roughly equal expected claims, so loadings need a 2.5x premium.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One engine, two markets: pricing with an AI-assisted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F8A8A"/>
                </a:solidFill>
              </a:defRPr>
            </a:pPr>
            <a:r>
              <a:t>Team: [TEAM NAME] ([TEAM MEMBERS' NAMES])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566160" cy="1828800"/>
          </a:xfrm>
          <a:prstGeom prst="roundRect">
            <a:avLst/>
          </a:prstGeom>
          <a:solidFill>
            <a:srgbClr val="EA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42B4D"/>
                </a:solidFill>
              </a:defRPr>
            </a:pPr>
            <a:r>
              <a:t>Rank 3 of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55B66"/>
                </a:solidFill>
              </a:defRPr>
            </a:pPr>
            <a:r>
              <a:t>Week 1 private leaderboard, pooled Tweedie D2 0.13864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566160" cy="1828800"/>
          </a:xfrm>
          <a:prstGeom prst="roundRect">
            <a:avLst/>
          </a:prstGeom>
          <a:solidFill>
            <a:srgbClr val="EA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10312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42B4D"/>
                </a:solidFill>
              </a:defRPr>
            </a:pPr>
            <a:r>
              <a:t>0.16462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92608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55B66"/>
                </a:solidFill>
              </a:defRPr>
            </a:pPr>
            <a:r>
              <a:t>Week 2 public score of the final ensemble (first file 0.16077)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566160" cy="1828800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10312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42B4D"/>
                </a:solidFill>
              </a:defRPr>
            </a:pPr>
            <a:r>
              <a:t>[add private result]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92608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55B66"/>
                </a:solidFill>
              </a:defRPr>
            </a:pPr>
            <a:r>
              <a:t>Week 2 private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Week 1: developed market, 2.4 million policy rows.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Week 2: emerging market, two years of data, 76% new business in the test book.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The emerging data decides how much; the developed data decides who.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What changed in the new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1554480"/>
          </a:xfrm>
          <a:prstGeom prst="roundRect">
            <a:avLst/>
          </a:prstGeom>
          <a:solidFill>
            <a:srgbClr val="EA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42B4D"/>
                </a:solidFill>
              </a:defRPr>
            </a:pPr>
            <a:r>
              <a:t>+34% / -42%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55B66"/>
                </a:solidFill>
              </a:defRPr>
            </a:pPr>
            <a:r>
              <a:t>motor claim frequency / mean claim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1554480"/>
          </a:xfrm>
          <a:prstGeom prst="roundRect">
            <a:avLst/>
          </a:prstGeom>
          <a:solidFill>
            <a:srgbClr val="EA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8016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42B4D"/>
                </a:solidFill>
              </a:defRPr>
            </a:pPr>
            <a:r>
              <a:t>76%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6596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55B66"/>
                </a:solidFill>
              </a:defRPr>
            </a:pPr>
            <a:r>
              <a:t>of the 2025 test book is new business (14% in training)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88720"/>
            <a:ext cx="3566160" cy="1554480"/>
          </a:xfrm>
          <a:prstGeom prst="roundRect">
            <a:avLst/>
          </a:prstGeom>
          <a:solidFill>
            <a:srgbClr val="EA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28016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142B4D"/>
                </a:solidFill>
              </a:defRPr>
            </a:pPr>
            <a:r>
              <a:t>2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965960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55B66"/>
                </a:solidFill>
              </a:defRPr>
            </a:pPr>
            <a:r>
              <a:t>of emerging history, none before 2023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108960"/>
          <a:ext cx="110642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11480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Peril (frequency ratio emerging / developed)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Ratio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glass-hail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1.5 - 1.8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third-party property, bodily injury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1.4 - 1.5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storm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1.3 - 1.7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escape of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0.65 - 0.7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severity scale (median ratio)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motor 0.6, buildings 0.7, contents 0.75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Ratios are stable between the two emerging years, except for the rare buildings perils (fire 2.3x then 0.8x).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103120" cy="2377440"/>
          </a:xfrm>
          <a:prstGeom prst="roundRect">
            <a:avLst/>
          </a:prstGeom>
          <a:solidFill>
            <a:srgbClr val="EAF1F6"/>
          </a:solidFill>
          <a:ln>
            <a:solidFill>
              <a:srgbClr val="1F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7373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42B4D"/>
                </a:solidFill>
              </a:defRPr>
            </a:pPr>
            <a:r>
              <a:t>Developed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256032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55B66"/>
                </a:solidFill>
              </a:defRPr>
            </a:pPr>
            <a:r>
              <a:t>2021-24, 2.4M rows, variables both markets record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87168" y="2651760"/>
            <a:ext cx="182880" cy="36576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97479" y="1645920"/>
            <a:ext cx="2103120" cy="2377440"/>
          </a:xfrm>
          <a:prstGeom prst="roundRect">
            <a:avLst/>
          </a:prstGeom>
          <a:solidFill>
            <a:srgbClr val="EAF1F6"/>
          </a:solidFill>
          <a:ln>
            <a:solidFill>
              <a:srgbClr val="1F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7373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42B4D"/>
                </a:solidFill>
              </a:defRPr>
            </a:pPr>
            <a:r>
              <a:t>+ claim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256032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55B66"/>
                </a:solidFill>
              </a:defRPr>
            </a:pPr>
            <a:r>
              <a:t>last year's claims of the policy, address and customer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18888" y="2651760"/>
            <a:ext cx="182880" cy="36576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645920"/>
            <a:ext cx="2103120" cy="2377440"/>
          </a:xfrm>
          <a:prstGeom prst="roundRect">
            <a:avLst/>
          </a:prstGeom>
          <a:solidFill>
            <a:srgbClr val="EAF1F6"/>
          </a:solidFill>
          <a:ln>
            <a:solidFill>
              <a:srgbClr val="1F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17373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42B4D"/>
                </a:solidFill>
              </a:defRPr>
            </a:pPr>
            <a:r>
              <a:t>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56032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55B66"/>
                </a:solidFill>
              </a:defRPr>
            </a:pPr>
            <a:r>
              <a:t>3 tree models, 6 nets, 4 Tweedie GBMs, equal weights in groups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50608" y="2651760"/>
            <a:ext cx="182880" cy="36576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60919" y="1645920"/>
            <a:ext cx="2103120" cy="2377440"/>
          </a:xfrm>
          <a:prstGeom prst="roundRect">
            <a:avLst/>
          </a:prstGeom>
          <a:solidFill>
            <a:srgbClr val="D6EEEC"/>
          </a:solidFill>
          <a:ln>
            <a:solidFill>
              <a:srgbClr val="1F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1" y="17373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42B4D"/>
                </a:solidFill>
              </a:defRPr>
            </a:pPr>
            <a:r>
              <a:t>Level from emerging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1" y="256032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55B66"/>
                </a:solidFill>
              </a:defRPr>
            </a:pPr>
            <a:r>
              <a:t>claim counts x winsorised severity per peril, credibility-weighted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82328" y="2651760"/>
            <a:ext cx="182880" cy="365760"/>
          </a:xfrm>
          <a:prstGeom prst="rightArrow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2640" y="1645920"/>
            <a:ext cx="2103120" cy="2377440"/>
          </a:xfrm>
          <a:prstGeom prst="roundRect">
            <a:avLst/>
          </a:prstGeom>
          <a:solidFill>
            <a:srgbClr val="EAF1F6"/>
          </a:solidFill>
          <a:ln>
            <a:solidFill>
              <a:srgbClr val="1F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5792" y="17373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42B4D"/>
                </a:solidFill>
              </a:defRPr>
            </a:pPr>
            <a:r>
              <a:t>Gender factor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256032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55B66"/>
                </a:solidFill>
              </a:defRPr>
            </a:pPr>
            <a:r>
              <a:t>one flat factor per line, credibility 300 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555B66"/>
                </a:solidFill>
              </a:defRPr>
            </a:pPr>
            <a:r>
              <a:t>No emerging-only model: it scores 0.1110 against 0.1408 for the transfer.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555B66"/>
                </a:solidFill>
              </a:defRPr>
            </a:pPr>
            <a:r>
              <a:t>Frequency x severity per peril, trended and completeness-adjusted; the direct Tweedie GBM adds ranking, not level.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555B66"/>
                </a:solidFill>
              </a:defRPr>
            </a:pPr>
            <a:r>
              <a:t>Level from claim counts, not from a few large claims: closing to the training total copied large-loss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How we trust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76656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Reverse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Emerging-only 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Developed model + closure + 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0.1162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+ robust level (no closure)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0.1176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+ nets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0.1220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+ claim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0.1229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+ Tweedie 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0.1237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+ buildings credibility 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0.1271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+ ensemble (final)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0.1272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Forward: calibrate 2023, score 2024. Reverse: calibrate 2024, score 2023.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Adopt only if neither direction is worse.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Simulation, known truth: robust level beats the line closure in every scenario.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Ceiling: a perfect level adds at most 0.005 D2.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555B66"/>
                </a:solidFill>
              </a:defRPr>
            </a:pPr>
            <a:r>
              <a:t>Residual search: no feature structure left after the gender factor (973 levels).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AI in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Claude Code: data review, test-first code (125 automated tests), experiments, documents.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Helper sessions in separate containers ran the hours-long refits in parallel.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A blind second agent compared the two markets from the raw tables only and found two items we had missed.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Errors the checks caught: three unsupported statements in the first data review; a simulator defect that looked like an estimator bias; a net that Part 1 had already rejected.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Every decision has a numbered row with its evidence (83 so far); every result has a command.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</a:defRPr>
            </a:pPr>
            <a:r>
              <a:t>Guardrails and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Automated checks on every push; leak alarm (pooled D2 above 0.35 stops a run); reproducibility assertion.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Model card with monitoring triggers (actual / expected by line and peril).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Main stated risk: the buildings level; two years, one large-loss peril swinging 2.3x then 0.8x (+-20% is about +-0.01 D2).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Gender is used as a rating factor and flagged for regulatory review; a gender-free file is the stated alternative.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555B66"/>
                </a:solidFill>
              </a:defRPr>
            </a:pPr>
            <a:r>
              <a:t>Office premium: expected claims plus loadings; written premiums roughly equal expected claims, so loadings need about 2.5x the premium.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