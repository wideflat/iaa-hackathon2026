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Kohei, and this is one pricing engine applied to two markets. Week one: a developed market with two point four million policy rows. Rank three of fifty-four. Week two: an emerging market with only two years of data, and a test book that is seventy-six percent new business. Our final file scored point one six four six on the public leaderboard. The approach: keep what transfers from the developed market, re-measure what does not, and test every step in both directions. And AI works alongside me throughout: I used Claude Code, steered from my phone by voice, to explore the data, write and test code, run experiments, and verify its own 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changed in the new market? Motor claims are thirty-four percent more frequent, but forty-two percent cheaper. Glass, third-party and injury claims are far more frequent. Escape of water is far less. And three out of four test policies are brand-new customers with no history. We measured that these differences are stable across both years, instead of assuming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 keeps what transfers, and re-measures what does not. A developed-market model, trained on the variables both markets share, ranks who is risky. I add last year's claim history. An ensemble of five tree models, seven neural nets and four Tweedie models averages out the noise. Then the emerging book sets the level: claim counts and winsorised severities for each peril, credibility-weighted, plus one gender factor. The emerging data decides how much. The developed data decides who.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structure of the final submission. Five tree models: LightGBM with four and eight leaves, single and three-seed fits, a column-sampled variant, and an XGBoost model. Seven neural nets: TabM, TabM with piecewise-linear encoding, and TabM with quantile inputs, each as a single and a three-seed fit, plus one wider TabM. Four direct Tweedie models complete it, at four and eight leaves, single and three-seed. Each group is averaged with equal weights: trees and nets thirty-seven and a half percent each, Tweedie twenty-five. Then the emerging level and the gender factor are applied.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two years of data, a single split can mistake noise for signal. So every change is tested in both directions, calibrating on 2023 and scoring 2024 and the reverse, and kept only if neither gets worse. That took the score from point one one one oh, for an emerging-only model, to point one four oh five. More than thirty ideas were rejected this way, including pooled training and a GLM blend. A simulation with a known truth confirmed the level method, and a ceiling analysis showed that a perfect level is worth at most half of one hundredth.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that looked in practice. Claude Code explored both markets, wrote the code with one hundred and twenty-five tests, and ran the experiments, while more than ten helper sessions refit models in parallel. A blind second agent compared the markets from the raw tables alone. And verification caught real errors: unsupported statements in a first draft, a simulator bug that looked like a model bias, and a net that Part one had already rejected. Every number traces to a command.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example of how this changes the way I work. Part of week two was done from my phone, on a bus, with no laptop. Claude Code ran in the cloud, and I controlled it remotely from the Claude app. I gave my instructions by voice. The app transcribes my speech, Claude Code picks it up, runs the work, and reports back while I am on the move. That is AI-assisted actuarial work, away from the desk.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Guardrails: a leak alarm, reproducibility checks, a model card, and eighty-four recorded decisions. The biggest uncertainty is the buildings level. Plus or minus twenty percent is about one hundredth of a point. And gender rating is flagged for regulatory 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with an AI teammate, from a bus seat.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approach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changed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method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ensemble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trust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ai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us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guard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guard_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